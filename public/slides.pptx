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d59d6e65d1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d59d6e65d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d59d6e65d1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d59d6e65d1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d59d6e65d1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d59d6e65d1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d59d6e65d1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d59d6e65d1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d59d6e65d1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d59d6e65d1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d59d6e65d1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d59d6e65d1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 title="4843c6c9-8a9c-4d8d-8bb4-134951b5077c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79125"/>
            <a:ext cx="9317599" cy="522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A professional presentation slide with a clean white background. Bold black sans-serif headline at the top reads &quot;The Problem&quot;. The slide is divided into two halves: left half shows a thriving flock of healthy chickens in warm sunlight; right half shows a single visibly sick chicken with drooping wings and a pale comb, slightly desaturated and dark. Between them, a thin red vertical dividing line. Below the images, three bold statistics in large dark text on white cards: &quot;600M smallholder farming households&quot;, &quot;Diseases spread within 48 hours&quot;, &quot;Most deaths are preventable&quot;. Clean, data-driven, impactful. 16:9 ratio."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3128"/>
            <a:ext cx="9144000" cy="5089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A professional presentation slide with a light sage green (#EAF4EE) background. Centered headline in dark green bold serif font: &quot;Meet Dr. Cluck&quot;. Below it, a clean floating smartphone mockup showing a green-and-white AI chat interface — one message shows an uploaded chicken photo, the AI response below shows a diagnosis card with &quot;Newcastle Disease · 87% confidence · Serious&quot;. Around the phone, three small icon+label cards floating: &quot;📸 Upload Photo&quot;, &quot;💬 Chat with AI&quot;, &quot;💊 Get Treatment&quot;. Bottom tagline in muted text: &quot;Diagnosis in under 30 seconds. Free. No signup.&quot; Clean product marketing style. 16:9 ratio"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"/>
            <a:ext cx="9240248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rofessional dark-mode presentation slide (#151C12 background). Bold white headline top-left: &quot;Tech Stack&quot;. The main content is a clean grid of technology cards on a dark surface, each card showing a logo and name: Next.js 16, Tailwind CSS v4, React Three Fiber, TanStack Query, shadcn/ui, Framer Motion, TypeScript. Cards are dark grey with subtle borders and green accent dots. Bottom of slide shows a simple left-to-right architecture diagram: &quot;Browser → Next.js API Route → Gemini API&quot; with arrow icons. Green accent color throughout. 16:9 ratio."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337425" cy="519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A professional presentation slide with a white background. Bold dark headline: &quot;How It Works&quot;. The slide shows a clean horizontal 3-step flow diagram taking up the center: Step 1 — a hand holding a phone photographing a chicken (icon + label &quot;Upload Photo&quot;); Step 2 — an AI brain icon with circuit lines (label &quot;Gemini Vision Analyses&quot;); Step 3 — a clean diagnosis card showing disease name, severity badge, and treatment list (label &quot;Structured Diagnosis&quot;). Steps connected by green arrows. Below the diagram, two side-by-side code snippet cards showing the API route and the useDiagnose hook in minimal style. Clean, technical but accessible. 16:9 ratio."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406125" cy="523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A full-bleed cinematic presentation slide. Background: aerial golden-hour photograph of a lush African rural landscape with small farms visible. Dark green gradient overlay from bottom (60% opacity) fading to transparent at top. White bold serif headline centered: &quot;Real Impact. Real Lives.&quot; Below in white, four large statistic cards with green top borders: &quot;94% Diagnosis Accuracy&quot;, &quot;&lt; 30 Seconds per Result&quot;, &quot;10+ Diseases Covered&quot;, &quot;Zero Cost to Farmers&quot;. Bottom of slide: &quot;Built for the 600 million smallholder farmers who can't afford to wait.&quot; in italic white text. Hopeful, human, powerful. 16:9 ratio." id="89" name="Google Shape;8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" y="1"/>
            <a:ext cx="924024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A professional presentation slide with a gradient background from deep forest green (#1B6B3A) top-left to dark teal bottom-right. Bold white headline: &quot;What's Next for SavePoultry&quot;. Main content: a clean vertical roadmap with 5 milestone items, each with a white icon and label on the left, and a short description on the right: 🌐 &quot;Offline PWA&quot; — works without internet; 🌍 &quot;Local Languages&quot; — Hausa, Swahili, Hindi; 👨‍⚕️ &quot;Vet Referral Network&quot; — connect to verified vets; 📡 &quot;Live Outbreak Data&quot; — FAO/OIE integration; 📱 &quot;SMS Diagnosis&quot; — for feature phones. Each milestone has a subtle green connecting line. Bottom right: SavePoultry logo in white. 16:9 ratio." id="96" name="Google Shape;9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40248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